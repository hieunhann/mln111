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Montserrat Heavy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r="-19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58966" y="1302500"/>
            <a:ext cx="5857624" cy="8786437"/>
          </a:xfrm>
          <a:custGeom>
            <a:avLst/>
            <a:gdLst/>
            <a:ahLst/>
            <a:cxnLst/>
            <a:rect l="l" t="t" r="r" b="b"/>
            <a:pathLst>
              <a:path w="5857624" h="8786437">
                <a:moveTo>
                  <a:pt x="0" y="0"/>
                </a:moveTo>
                <a:lnTo>
                  <a:pt x="5857624" y="0"/>
                </a:lnTo>
                <a:lnTo>
                  <a:pt x="5857624" y="8786437"/>
                </a:lnTo>
                <a:lnTo>
                  <a:pt x="0" y="8786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115" r="-2788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375485">
            <a:off x="6980151" y="4145488"/>
            <a:ext cx="1520306" cy="917885"/>
          </a:xfrm>
          <a:custGeom>
            <a:avLst/>
            <a:gdLst/>
            <a:ahLst/>
            <a:cxnLst/>
            <a:rect l="l" t="t" r="r" b="b"/>
            <a:pathLst>
              <a:path w="1520306" h="917885">
                <a:moveTo>
                  <a:pt x="0" y="0"/>
                </a:moveTo>
                <a:lnTo>
                  <a:pt x="1520306" y="0"/>
                </a:lnTo>
                <a:lnTo>
                  <a:pt x="1520306" y="917885"/>
                </a:lnTo>
                <a:lnTo>
                  <a:pt x="0" y="9178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r="-194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305555" y="4517672"/>
            <a:ext cx="13676891" cy="3041650"/>
            <a:chOff x="0" y="0"/>
            <a:chExt cx="18235854" cy="4055533"/>
          </a:xfrm>
        </p:grpSpPr>
        <p:sp>
          <p:nvSpPr>
            <p:cNvPr id="6" name="Freeform 6"/>
            <p:cNvSpPr/>
            <p:nvPr/>
          </p:nvSpPr>
          <p:spPr>
            <a:xfrm>
              <a:off x="4609392" y="1474433"/>
              <a:ext cx="1531720" cy="1106667"/>
            </a:xfrm>
            <a:custGeom>
              <a:avLst/>
              <a:gdLst/>
              <a:ahLst/>
              <a:cxnLst/>
              <a:rect l="l" t="t" r="r" b="b"/>
              <a:pathLst>
                <a:path w="1531720" h="1106667">
                  <a:moveTo>
                    <a:pt x="0" y="0"/>
                  </a:moveTo>
                  <a:lnTo>
                    <a:pt x="1531720" y="0"/>
                  </a:lnTo>
                  <a:lnTo>
                    <a:pt x="1531720" y="1106667"/>
                  </a:lnTo>
                  <a:lnTo>
                    <a:pt x="0" y="110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4048764" cy="4017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600"/>
                </a:lnSpc>
              </a:pPr>
              <a:r>
                <a:rPr lang="en-US" sz="20000" b="1" spc="640">
                  <a:solidFill>
                    <a:srgbClr val="FFFFFF"/>
                  </a:solidFill>
                  <a:latin typeface="Montserrat Heavy"/>
                  <a:ea typeface="Montserrat Heavy"/>
                  <a:cs typeface="Montserrat Heavy"/>
                  <a:sym typeface="Montserrat Heavy"/>
                </a:rPr>
                <a:t>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01740" y="38100"/>
              <a:ext cx="4048764" cy="4017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600"/>
                </a:lnSpc>
              </a:pPr>
              <a:r>
                <a:rPr lang="en-US" sz="20000" b="1" spc="640">
                  <a:solidFill>
                    <a:srgbClr val="7175B2"/>
                  </a:solidFill>
                  <a:latin typeface="Montserrat Heavy"/>
                  <a:ea typeface="Montserrat Heavy"/>
                  <a:cs typeface="Montserrat Heavy"/>
                  <a:sym typeface="Montserrat Heavy"/>
                </a:rPr>
                <a:t>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04804" y="38100"/>
              <a:ext cx="4831050" cy="40174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600"/>
                </a:lnSpc>
              </a:pPr>
              <a:r>
                <a:rPr lang="en-US" sz="20000" b="1" spc="640">
                  <a:solidFill>
                    <a:srgbClr val="FFFFFF"/>
                  </a:solidFill>
                  <a:latin typeface="Montserrat Heavy"/>
                  <a:ea typeface="Montserrat Heavy"/>
                  <a:cs typeface="Montserrat Heavy"/>
                  <a:sym typeface="Montserrat Heavy"/>
                </a:rPr>
                <a:t>A’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1309304" y="1474433"/>
              <a:ext cx="1531720" cy="1106667"/>
            </a:xfrm>
            <a:custGeom>
              <a:avLst/>
              <a:gdLst/>
              <a:ahLst/>
              <a:cxnLst/>
              <a:rect l="l" t="t" r="r" b="b"/>
              <a:pathLst>
                <a:path w="1531720" h="1106667">
                  <a:moveTo>
                    <a:pt x="0" y="0"/>
                  </a:moveTo>
                  <a:lnTo>
                    <a:pt x="1531720" y="0"/>
                  </a:lnTo>
                  <a:lnTo>
                    <a:pt x="1531720" y="1106667"/>
                  </a:lnTo>
                  <a:lnTo>
                    <a:pt x="0" y="1106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21986" y="786131"/>
              <a:ext cx="5706533" cy="4133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29"/>
                </a:lnSpc>
              </a:pPr>
              <a:r>
                <a:rPr lang="en-US" sz="2059" b="1" spc="65">
                  <a:solidFill>
                    <a:srgbClr val="FFFFFF"/>
                  </a:solidFill>
                  <a:latin typeface="Montserrat Heavy"/>
                  <a:ea typeface="Montserrat Heavy"/>
                  <a:cs typeface="Montserrat Heavy"/>
                  <a:sym typeface="Montserrat Heavy"/>
                </a:rPr>
                <a:t>Phủ Định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17927" y="786131"/>
              <a:ext cx="5706533" cy="4133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29"/>
                </a:lnSpc>
              </a:pPr>
              <a:r>
                <a:rPr lang="en-US" sz="2059" b="1" spc="65">
                  <a:solidFill>
                    <a:srgbClr val="FFFFFF"/>
                  </a:solidFill>
                  <a:latin typeface="Montserrat Heavy"/>
                  <a:ea typeface="Montserrat Heavy"/>
                  <a:cs typeface="Montserrat Heavy"/>
                  <a:sym typeface="Montserrat Heavy"/>
                </a:rPr>
                <a:t>Phủ Định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9444" r="-19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257284" y="2726747"/>
            <a:ext cx="2492782" cy="2657337"/>
          </a:xfrm>
          <a:custGeom>
            <a:avLst/>
            <a:gdLst/>
            <a:ahLst/>
            <a:cxnLst/>
            <a:rect l="l" t="t" r="r" b="b"/>
            <a:pathLst>
              <a:path w="2492782" h="2657337">
                <a:moveTo>
                  <a:pt x="0" y="0"/>
                </a:moveTo>
                <a:lnTo>
                  <a:pt x="2492782" y="0"/>
                </a:lnTo>
                <a:lnTo>
                  <a:pt x="2492782" y="2657337"/>
                </a:lnTo>
                <a:lnTo>
                  <a:pt x="0" y="26573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461848" y="2591213"/>
            <a:ext cx="2568868" cy="2707634"/>
          </a:xfrm>
          <a:custGeom>
            <a:avLst/>
            <a:gdLst/>
            <a:ahLst/>
            <a:cxnLst/>
            <a:rect l="l" t="t" r="r" b="b"/>
            <a:pathLst>
              <a:path w="2568868" h="2707634">
                <a:moveTo>
                  <a:pt x="2568868" y="0"/>
                </a:moveTo>
                <a:lnTo>
                  <a:pt x="0" y="0"/>
                </a:lnTo>
                <a:lnTo>
                  <a:pt x="0" y="2707634"/>
                </a:lnTo>
                <a:lnTo>
                  <a:pt x="2568868" y="2707634"/>
                </a:lnTo>
                <a:lnTo>
                  <a:pt x="2568868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Custom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Arial</vt:lpstr>
      <vt:lpstr>Montserrat Heavy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MLN111_GROUP 6_TOPIC AI</dc:title>
  <cp:lastModifiedBy>Ta Nhan</cp:lastModifiedBy>
  <cp:revision>2</cp:revision>
  <dcterms:created xsi:type="dcterms:W3CDTF">2006-08-16T00:00:00Z</dcterms:created>
  <dcterms:modified xsi:type="dcterms:W3CDTF">2026-04-14T03:41:01Z</dcterms:modified>
  <dc:identifier>DAHGtBP7vvw</dc:identifier>
</cp:coreProperties>
</file>
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Montserrat Bold" panose="020B0604020202020204" charset="0"/>
      <p:regular r:id="rId3"/>
    </p:embeddedFont>
    <p:embeddedFont>
      <p:font typeface="Montserrat Italics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9810884" y="3624638"/>
            <a:ext cx="1080711" cy="2111193"/>
          </a:xfrm>
          <a:custGeom>
            <a:avLst/>
            <a:gdLst/>
            <a:ahLst/>
            <a:cxnLst/>
            <a:rect l="l" t="t" r="r" b="b"/>
            <a:pathLst>
              <a:path w="1080711" h="2111193">
                <a:moveTo>
                  <a:pt x="0" y="0"/>
                </a:moveTo>
                <a:lnTo>
                  <a:pt x="1080711" y="0"/>
                </a:lnTo>
                <a:lnTo>
                  <a:pt x="1080711" y="2111193"/>
                </a:lnTo>
                <a:lnTo>
                  <a:pt x="0" y="2111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95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932896" y="3747787"/>
            <a:ext cx="1867169" cy="1867169"/>
          </a:xfrm>
          <a:custGeom>
            <a:avLst/>
            <a:gdLst/>
            <a:ahLst/>
            <a:cxnLst/>
            <a:rect l="l" t="t" r="r" b="b"/>
            <a:pathLst>
              <a:path w="1867169" h="1867169">
                <a:moveTo>
                  <a:pt x="0" y="0"/>
                </a:moveTo>
                <a:lnTo>
                  <a:pt x="1867169" y="0"/>
                </a:lnTo>
                <a:lnTo>
                  <a:pt x="1867169" y="1867169"/>
                </a:lnTo>
                <a:lnTo>
                  <a:pt x="0" y="1867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66481" y="3678561"/>
            <a:ext cx="1013662" cy="2005621"/>
          </a:xfrm>
          <a:custGeom>
            <a:avLst/>
            <a:gdLst/>
            <a:ahLst/>
            <a:cxnLst/>
            <a:rect l="l" t="t" r="r" b="b"/>
            <a:pathLst>
              <a:path w="1013662" h="2005621">
                <a:moveTo>
                  <a:pt x="0" y="0"/>
                </a:moveTo>
                <a:lnTo>
                  <a:pt x="1013661" y="0"/>
                </a:lnTo>
                <a:lnTo>
                  <a:pt x="1013661" y="2005621"/>
                </a:lnTo>
                <a:lnTo>
                  <a:pt x="0" y="2005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785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810884" y="7602541"/>
            <a:ext cx="1080711" cy="2111193"/>
          </a:xfrm>
          <a:custGeom>
            <a:avLst/>
            <a:gdLst/>
            <a:ahLst/>
            <a:cxnLst/>
            <a:rect l="l" t="t" r="r" b="b"/>
            <a:pathLst>
              <a:path w="1080711" h="2111193">
                <a:moveTo>
                  <a:pt x="0" y="0"/>
                </a:moveTo>
                <a:lnTo>
                  <a:pt x="1080711" y="0"/>
                </a:lnTo>
                <a:lnTo>
                  <a:pt x="1080711" y="2111193"/>
                </a:lnTo>
                <a:lnTo>
                  <a:pt x="0" y="2111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95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932896" y="7724553"/>
            <a:ext cx="1867169" cy="1867169"/>
          </a:xfrm>
          <a:custGeom>
            <a:avLst/>
            <a:gdLst/>
            <a:ahLst/>
            <a:cxnLst/>
            <a:rect l="l" t="t" r="r" b="b"/>
            <a:pathLst>
              <a:path w="1867169" h="1867169">
                <a:moveTo>
                  <a:pt x="0" y="0"/>
                </a:moveTo>
                <a:lnTo>
                  <a:pt x="1867169" y="0"/>
                </a:lnTo>
                <a:lnTo>
                  <a:pt x="1867169" y="1867169"/>
                </a:lnTo>
                <a:lnTo>
                  <a:pt x="0" y="1867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866481" y="7655327"/>
            <a:ext cx="1013662" cy="2005621"/>
          </a:xfrm>
          <a:custGeom>
            <a:avLst/>
            <a:gdLst/>
            <a:ahLst/>
            <a:cxnLst/>
            <a:rect l="l" t="t" r="r" b="b"/>
            <a:pathLst>
              <a:path w="1013662" h="2005621">
                <a:moveTo>
                  <a:pt x="0" y="0"/>
                </a:moveTo>
                <a:lnTo>
                  <a:pt x="1013661" y="0"/>
                </a:lnTo>
                <a:lnTo>
                  <a:pt x="1013661" y="2005621"/>
                </a:lnTo>
                <a:lnTo>
                  <a:pt x="0" y="2005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785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0891595" y="1635686"/>
            <a:ext cx="1080711" cy="2111193"/>
          </a:xfrm>
          <a:custGeom>
            <a:avLst/>
            <a:gdLst/>
            <a:ahLst/>
            <a:cxnLst/>
            <a:rect l="l" t="t" r="r" b="b"/>
            <a:pathLst>
              <a:path w="1080711" h="2111193">
                <a:moveTo>
                  <a:pt x="1080711" y="0"/>
                </a:moveTo>
                <a:lnTo>
                  <a:pt x="0" y="0"/>
                </a:lnTo>
                <a:lnTo>
                  <a:pt x="0" y="2111193"/>
                </a:lnTo>
                <a:lnTo>
                  <a:pt x="1080711" y="2111193"/>
                </a:lnTo>
                <a:lnTo>
                  <a:pt x="108071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95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954010" y="1757698"/>
            <a:ext cx="1867169" cy="1867169"/>
          </a:xfrm>
          <a:custGeom>
            <a:avLst/>
            <a:gdLst/>
            <a:ahLst/>
            <a:cxnLst/>
            <a:rect l="l" t="t" r="r" b="b"/>
            <a:pathLst>
              <a:path w="1867169" h="1867169">
                <a:moveTo>
                  <a:pt x="0" y="0"/>
                </a:moveTo>
                <a:lnTo>
                  <a:pt x="1867170" y="0"/>
                </a:lnTo>
                <a:lnTo>
                  <a:pt x="1867170" y="1867169"/>
                </a:lnTo>
                <a:lnTo>
                  <a:pt x="0" y="1867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>
            <a:off x="9873933" y="1688472"/>
            <a:ext cx="1013662" cy="2005621"/>
          </a:xfrm>
          <a:custGeom>
            <a:avLst/>
            <a:gdLst/>
            <a:ahLst/>
            <a:cxnLst/>
            <a:rect l="l" t="t" r="r" b="b"/>
            <a:pathLst>
              <a:path w="1013662" h="2005621">
                <a:moveTo>
                  <a:pt x="1013662" y="0"/>
                </a:moveTo>
                <a:lnTo>
                  <a:pt x="0" y="0"/>
                </a:lnTo>
                <a:lnTo>
                  <a:pt x="0" y="2005621"/>
                </a:lnTo>
                <a:lnTo>
                  <a:pt x="1013662" y="2005621"/>
                </a:lnTo>
                <a:lnTo>
                  <a:pt x="101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>
            <a:off x="10891595" y="5613589"/>
            <a:ext cx="1080711" cy="2111193"/>
          </a:xfrm>
          <a:custGeom>
            <a:avLst/>
            <a:gdLst/>
            <a:ahLst/>
            <a:cxnLst/>
            <a:rect l="l" t="t" r="r" b="b"/>
            <a:pathLst>
              <a:path w="1080711" h="2111193">
                <a:moveTo>
                  <a:pt x="1080711" y="0"/>
                </a:moveTo>
                <a:lnTo>
                  <a:pt x="0" y="0"/>
                </a:lnTo>
                <a:lnTo>
                  <a:pt x="0" y="2111193"/>
                </a:lnTo>
                <a:lnTo>
                  <a:pt x="1080711" y="2111193"/>
                </a:lnTo>
                <a:lnTo>
                  <a:pt x="108071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95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954010" y="5735601"/>
            <a:ext cx="1867169" cy="1867169"/>
          </a:xfrm>
          <a:custGeom>
            <a:avLst/>
            <a:gdLst/>
            <a:ahLst/>
            <a:cxnLst/>
            <a:rect l="l" t="t" r="r" b="b"/>
            <a:pathLst>
              <a:path w="1867169" h="1867169">
                <a:moveTo>
                  <a:pt x="0" y="0"/>
                </a:moveTo>
                <a:lnTo>
                  <a:pt x="1867170" y="0"/>
                </a:lnTo>
                <a:lnTo>
                  <a:pt x="1867170" y="1867169"/>
                </a:lnTo>
                <a:lnTo>
                  <a:pt x="0" y="1867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H="1">
            <a:off x="9873933" y="5666375"/>
            <a:ext cx="1013662" cy="2005621"/>
          </a:xfrm>
          <a:custGeom>
            <a:avLst/>
            <a:gdLst/>
            <a:ahLst/>
            <a:cxnLst/>
            <a:rect l="l" t="t" r="r" b="b"/>
            <a:pathLst>
              <a:path w="1013662" h="2005621">
                <a:moveTo>
                  <a:pt x="1013662" y="0"/>
                </a:moveTo>
                <a:lnTo>
                  <a:pt x="0" y="0"/>
                </a:lnTo>
                <a:lnTo>
                  <a:pt x="0" y="2005621"/>
                </a:lnTo>
                <a:lnTo>
                  <a:pt x="1013662" y="2005621"/>
                </a:lnTo>
                <a:lnTo>
                  <a:pt x="101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785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611356" y="4418298"/>
            <a:ext cx="560477" cy="526148"/>
          </a:xfrm>
          <a:custGeom>
            <a:avLst/>
            <a:gdLst/>
            <a:ahLst/>
            <a:cxnLst/>
            <a:rect l="l" t="t" r="r" b="b"/>
            <a:pathLst>
              <a:path w="560477" h="526148">
                <a:moveTo>
                  <a:pt x="0" y="0"/>
                </a:moveTo>
                <a:lnTo>
                  <a:pt x="560477" y="0"/>
                </a:lnTo>
                <a:lnTo>
                  <a:pt x="560477" y="526147"/>
                </a:lnTo>
                <a:lnTo>
                  <a:pt x="0" y="526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567209" y="2357404"/>
            <a:ext cx="604625" cy="667758"/>
          </a:xfrm>
          <a:custGeom>
            <a:avLst/>
            <a:gdLst/>
            <a:ahLst/>
            <a:cxnLst/>
            <a:rect l="l" t="t" r="r" b="b"/>
            <a:pathLst>
              <a:path w="604625" h="667758">
                <a:moveTo>
                  <a:pt x="0" y="0"/>
                </a:moveTo>
                <a:lnTo>
                  <a:pt x="604624" y="0"/>
                </a:lnTo>
                <a:lnTo>
                  <a:pt x="604624" y="667758"/>
                </a:lnTo>
                <a:lnTo>
                  <a:pt x="0" y="667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564168" y="6443543"/>
            <a:ext cx="604625" cy="454018"/>
          </a:xfrm>
          <a:custGeom>
            <a:avLst/>
            <a:gdLst/>
            <a:ahLst/>
            <a:cxnLst/>
            <a:rect l="l" t="t" r="r" b="b"/>
            <a:pathLst>
              <a:path w="604625" h="454018">
                <a:moveTo>
                  <a:pt x="0" y="0"/>
                </a:moveTo>
                <a:lnTo>
                  <a:pt x="604625" y="0"/>
                </a:lnTo>
                <a:lnTo>
                  <a:pt x="604625" y="454018"/>
                </a:lnTo>
                <a:lnTo>
                  <a:pt x="0" y="454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0567209" y="8355825"/>
            <a:ext cx="604625" cy="604625"/>
          </a:xfrm>
          <a:custGeom>
            <a:avLst/>
            <a:gdLst/>
            <a:ahLst/>
            <a:cxnLst/>
            <a:rect l="l" t="t" r="r" b="b"/>
            <a:pathLst>
              <a:path w="604625" h="604625">
                <a:moveTo>
                  <a:pt x="0" y="0"/>
                </a:moveTo>
                <a:lnTo>
                  <a:pt x="604624" y="0"/>
                </a:lnTo>
                <a:lnTo>
                  <a:pt x="604624" y="604625"/>
                </a:lnTo>
                <a:lnTo>
                  <a:pt x="0" y="604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300624" y="4276711"/>
            <a:ext cx="1222102" cy="768364"/>
            <a:chOff x="0" y="0"/>
            <a:chExt cx="302004" cy="1898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2004" cy="189877"/>
            </a:xfrm>
            <a:custGeom>
              <a:avLst/>
              <a:gdLst/>
              <a:ahLst/>
              <a:cxnLst/>
              <a:rect l="l" t="t" r="r" b="b"/>
              <a:pathLst>
                <a:path w="302004" h="189877">
                  <a:moveTo>
                    <a:pt x="94939" y="0"/>
                  </a:moveTo>
                  <a:lnTo>
                    <a:pt x="207066" y="0"/>
                  </a:lnTo>
                  <a:cubicBezTo>
                    <a:pt x="259499" y="0"/>
                    <a:pt x="302004" y="42505"/>
                    <a:pt x="302004" y="94939"/>
                  </a:cubicBezTo>
                  <a:lnTo>
                    <a:pt x="302004" y="94939"/>
                  </a:lnTo>
                  <a:cubicBezTo>
                    <a:pt x="302004" y="120118"/>
                    <a:pt x="292002" y="144266"/>
                    <a:pt x="274197" y="162070"/>
                  </a:cubicBezTo>
                  <a:cubicBezTo>
                    <a:pt x="256393" y="179875"/>
                    <a:pt x="232245" y="189877"/>
                    <a:pt x="207066" y="189877"/>
                  </a:cubicBezTo>
                  <a:lnTo>
                    <a:pt x="94939" y="189877"/>
                  </a:lnTo>
                  <a:cubicBezTo>
                    <a:pt x="69759" y="189877"/>
                    <a:pt x="45611" y="179875"/>
                    <a:pt x="27807" y="162070"/>
                  </a:cubicBezTo>
                  <a:cubicBezTo>
                    <a:pt x="10002" y="144266"/>
                    <a:pt x="0" y="120118"/>
                    <a:pt x="0" y="94939"/>
                  </a:cubicBezTo>
                  <a:lnTo>
                    <a:pt x="0" y="94939"/>
                  </a:lnTo>
                  <a:cubicBezTo>
                    <a:pt x="0" y="69759"/>
                    <a:pt x="10002" y="45611"/>
                    <a:pt x="27807" y="27807"/>
                  </a:cubicBezTo>
                  <a:cubicBezTo>
                    <a:pt x="45611" y="10002"/>
                    <a:pt x="69759" y="0"/>
                    <a:pt x="94939" y="0"/>
                  </a:cubicBezTo>
                  <a:close/>
                </a:path>
              </a:pathLst>
            </a:custGeom>
            <a:solidFill>
              <a:srgbClr val="4146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02004" cy="189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00624" y="8254680"/>
            <a:ext cx="1222102" cy="768364"/>
            <a:chOff x="0" y="0"/>
            <a:chExt cx="302004" cy="1898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2004" cy="189877"/>
            </a:xfrm>
            <a:custGeom>
              <a:avLst/>
              <a:gdLst/>
              <a:ahLst/>
              <a:cxnLst/>
              <a:rect l="l" t="t" r="r" b="b"/>
              <a:pathLst>
                <a:path w="302004" h="189877">
                  <a:moveTo>
                    <a:pt x="94939" y="0"/>
                  </a:moveTo>
                  <a:lnTo>
                    <a:pt x="207066" y="0"/>
                  </a:lnTo>
                  <a:cubicBezTo>
                    <a:pt x="259499" y="0"/>
                    <a:pt x="302004" y="42505"/>
                    <a:pt x="302004" y="94939"/>
                  </a:cubicBezTo>
                  <a:lnTo>
                    <a:pt x="302004" y="94939"/>
                  </a:lnTo>
                  <a:cubicBezTo>
                    <a:pt x="302004" y="120118"/>
                    <a:pt x="292002" y="144266"/>
                    <a:pt x="274197" y="162070"/>
                  </a:cubicBezTo>
                  <a:cubicBezTo>
                    <a:pt x="256393" y="179875"/>
                    <a:pt x="232245" y="189877"/>
                    <a:pt x="207066" y="189877"/>
                  </a:cubicBezTo>
                  <a:lnTo>
                    <a:pt x="94939" y="189877"/>
                  </a:lnTo>
                  <a:cubicBezTo>
                    <a:pt x="69759" y="189877"/>
                    <a:pt x="45611" y="179875"/>
                    <a:pt x="27807" y="162070"/>
                  </a:cubicBezTo>
                  <a:cubicBezTo>
                    <a:pt x="10002" y="144266"/>
                    <a:pt x="0" y="120118"/>
                    <a:pt x="0" y="94939"/>
                  </a:cubicBezTo>
                  <a:lnTo>
                    <a:pt x="0" y="94939"/>
                  </a:lnTo>
                  <a:cubicBezTo>
                    <a:pt x="0" y="69759"/>
                    <a:pt x="10002" y="45611"/>
                    <a:pt x="27807" y="27807"/>
                  </a:cubicBezTo>
                  <a:cubicBezTo>
                    <a:pt x="45611" y="10002"/>
                    <a:pt x="69759" y="0"/>
                    <a:pt x="94939" y="0"/>
                  </a:cubicBezTo>
                  <a:close/>
                </a:path>
              </a:pathLst>
            </a:custGeom>
            <a:solidFill>
              <a:srgbClr val="4146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02004" cy="189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1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8627143" y="4680234"/>
            <a:ext cx="1183741" cy="0"/>
          </a:xfrm>
          <a:prstGeom prst="line">
            <a:avLst/>
          </a:prstGeom>
          <a:ln w="5715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11919039" y="2664525"/>
            <a:ext cx="1183741" cy="0"/>
          </a:xfrm>
          <a:prstGeom prst="line">
            <a:avLst/>
          </a:prstGeom>
          <a:ln w="5715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 flipV="1">
            <a:off x="11919039" y="6570318"/>
            <a:ext cx="1183741" cy="0"/>
          </a:xfrm>
          <a:prstGeom prst="line">
            <a:avLst/>
          </a:prstGeom>
          <a:ln w="5715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8627143" y="8655269"/>
            <a:ext cx="1183741" cy="0"/>
          </a:xfrm>
          <a:prstGeom prst="line">
            <a:avLst/>
          </a:prstGeom>
          <a:ln w="5715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3199474" y="2307100"/>
            <a:ext cx="1222102" cy="768364"/>
            <a:chOff x="0" y="0"/>
            <a:chExt cx="302004" cy="18987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02004" cy="189877"/>
            </a:xfrm>
            <a:custGeom>
              <a:avLst/>
              <a:gdLst/>
              <a:ahLst/>
              <a:cxnLst/>
              <a:rect l="l" t="t" r="r" b="b"/>
              <a:pathLst>
                <a:path w="302004" h="189877">
                  <a:moveTo>
                    <a:pt x="94939" y="0"/>
                  </a:moveTo>
                  <a:lnTo>
                    <a:pt x="207066" y="0"/>
                  </a:lnTo>
                  <a:cubicBezTo>
                    <a:pt x="259499" y="0"/>
                    <a:pt x="302004" y="42505"/>
                    <a:pt x="302004" y="94939"/>
                  </a:cubicBezTo>
                  <a:lnTo>
                    <a:pt x="302004" y="94939"/>
                  </a:lnTo>
                  <a:cubicBezTo>
                    <a:pt x="302004" y="120118"/>
                    <a:pt x="292002" y="144266"/>
                    <a:pt x="274197" y="162070"/>
                  </a:cubicBezTo>
                  <a:cubicBezTo>
                    <a:pt x="256393" y="179875"/>
                    <a:pt x="232245" y="189877"/>
                    <a:pt x="207066" y="189877"/>
                  </a:cubicBezTo>
                  <a:lnTo>
                    <a:pt x="94939" y="189877"/>
                  </a:lnTo>
                  <a:cubicBezTo>
                    <a:pt x="69759" y="189877"/>
                    <a:pt x="45611" y="179875"/>
                    <a:pt x="27807" y="162070"/>
                  </a:cubicBezTo>
                  <a:cubicBezTo>
                    <a:pt x="10002" y="144266"/>
                    <a:pt x="0" y="120118"/>
                    <a:pt x="0" y="94939"/>
                  </a:cubicBezTo>
                  <a:lnTo>
                    <a:pt x="0" y="94939"/>
                  </a:lnTo>
                  <a:cubicBezTo>
                    <a:pt x="0" y="69759"/>
                    <a:pt x="10002" y="45611"/>
                    <a:pt x="27807" y="27807"/>
                  </a:cubicBezTo>
                  <a:cubicBezTo>
                    <a:pt x="45611" y="10002"/>
                    <a:pt x="69759" y="0"/>
                    <a:pt x="94939" y="0"/>
                  </a:cubicBezTo>
                  <a:close/>
                </a:path>
              </a:pathLst>
            </a:custGeom>
            <a:solidFill>
              <a:srgbClr val="4146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302004" cy="189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199474" y="6158509"/>
            <a:ext cx="1222102" cy="768364"/>
            <a:chOff x="0" y="0"/>
            <a:chExt cx="302004" cy="1898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2004" cy="189877"/>
            </a:xfrm>
            <a:custGeom>
              <a:avLst/>
              <a:gdLst/>
              <a:ahLst/>
              <a:cxnLst/>
              <a:rect l="l" t="t" r="r" b="b"/>
              <a:pathLst>
                <a:path w="302004" h="189877">
                  <a:moveTo>
                    <a:pt x="94939" y="0"/>
                  </a:moveTo>
                  <a:lnTo>
                    <a:pt x="207066" y="0"/>
                  </a:lnTo>
                  <a:cubicBezTo>
                    <a:pt x="259499" y="0"/>
                    <a:pt x="302004" y="42505"/>
                    <a:pt x="302004" y="94939"/>
                  </a:cubicBezTo>
                  <a:lnTo>
                    <a:pt x="302004" y="94939"/>
                  </a:lnTo>
                  <a:cubicBezTo>
                    <a:pt x="302004" y="120118"/>
                    <a:pt x="292002" y="144266"/>
                    <a:pt x="274197" y="162070"/>
                  </a:cubicBezTo>
                  <a:cubicBezTo>
                    <a:pt x="256393" y="179875"/>
                    <a:pt x="232245" y="189877"/>
                    <a:pt x="207066" y="189877"/>
                  </a:cubicBezTo>
                  <a:lnTo>
                    <a:pt x="94939" y="189877"/>
                  </a:lnTo>
                  <a:cubicBezTo>
                    <a:pt x="69759" y="189877"/>
                    <a:pt x="45611" y="179875"/>
                    <a:pt x="27807" y="162070"/>
                  </a:cubicBezTo>
                  <a:cubicBezTo>
                    <a:pt x="10002" y="144266"/>
                    <a:pt x="0" y="120118"/>
                    <a:pt x="0" y="94939"/>
                  </a:cubicBezTo>
                  <a:lnTo>
                    <a:pt x="0" y="94939"/>
                  </a:lnTo>
                  <a:cubicBezTo>
                    <a:pt x="0" y="69759"/>
                    <a:pt x="10002" y="45611"/>
                    <a:pt x="27807" y="27807"/>
                  </a:cubicBezTo>
                  <a:cubicBezTo>
                    <a:pt x="45611" y="10002"/>
                    <a:pt x="69759" y="0"/>
                    <a:pt x="94939" y="0"/>
                  </a:cubicBezTo>
                  <a:close/>
                </a:path>
              </a:pathLst>
            </a:custGeom>
            <a:solidFill>
              <a:srgbClr val="4146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02004" cy="189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1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3251682" y="2570587"/>
            <a:ext cx="1117686" cy="3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</a:pPr>
            <a:r>
              <a:rPr lang="en-US" sz="362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51682" y="6421126"/>
            <a:ext cx="1117686" cy="3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</a:pPr>
            <a:r>
              <a:rPr lang="en-US" sz="36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52832" y="4506394"/>
            <a:ext cx="1117686" cy="3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</a:pPr>
            <a:r>
              <a:rPr lang="en-US" sz="36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52832" y="8508225"/>
            <a:ext cx="1117686" cy="3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</a:pPr>
            <a:r>
              <a:rPr lang="en-US" sz="36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92623" y="9572672"/>
            <a:ext cx="6458388" cy="3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40"/>
              </a:lnSpc>
            </a:pPr>
            <a:r>
              <a:rPr lang="en-US" sz="1900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(Phạm Văn Đức, 2019, tr. 89)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Montserrat Bold</vt:lpstr>
      <vt:lpstr>Montserrat Italics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MLN111_GROUP 6_TOPIC AI</dc:title>
  <cp:lastModifiedBy>Ta Nhan</cp:lastModifiedBy>
  <cp:revision>2</cp:revision>
  <dcterms:created xsi:type="dcterms:W3CDTF">2006-08-16T00:00:00Z</dcterms:created>
  <dcterms:modified xsi:type="dcterms:W3CDTF">2026-04-14T08:49:21Z</dcterms:modified>
  <dc:identifier>DAHGtBP7vvw</dc:identifier>
</cp:coreProperties>
</file>